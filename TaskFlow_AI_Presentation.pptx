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TaskFlow AI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Task Management That Thinks For You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3840480"/>
            <a:ext cx="1554480" cy="45720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Parsing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08960" y="3840480"/>
            <a:ext cx="1554480" cy="45720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Integration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3840480"/>
            <a:ext cx="1554480" cy="45720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View Modes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3840480"/>
            <a:ext cx="1554480" cy="45720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Task Management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560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64592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Messy Input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arrive as unstructured text from multiple sources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66160" y="1371600"/>
            <a:ext cx="2560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89120" y="164592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4904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Switching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74904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Jumping between Teams, email, and task tools wastes time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0" y="1371600"/>
            <a:ext cx="2560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23760" y="164592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Categorization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58368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Deciding what goes where slows down productivity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828800" y="4114800"/>
            <a:ext cx="5486400" cy="64008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182880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TaskFlow AI solves all three with intelligent automation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Core Capabilities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188720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2984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Text Parsing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57276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messy tasks, AI cleans and organizes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65960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0756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Auto-Categorization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35000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categories: Deploy, Message, Email, Reminder, Jira, Other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8529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Detection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12724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Assigns High/Medium/Low based on urgency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520440"/>
            <a:ext cx="7315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520440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63016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Detection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9044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relationships between tasks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Google Gemini 2.5 Flash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 Teams Integration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26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directly to Microsoft Teams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authentication for secure access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all @mentions from chats and channels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extracts actionable tasks automatically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Features: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916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chats, group chats, meeting chats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0312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3776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channels and threads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1460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3776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sender, team, channel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92608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93776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creation date</a:t>
            </a:r>
            <a:endParaRPr lang="en-US" sz="14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337560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93776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task extraction</a:t>
            </a:r>
            <a:endParaRPr lang="en-US" sz="14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749040"/>
            <a:ext cx="274320" cy="27432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93776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demo mode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Powerful Visualization Modes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84048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3152" cy="13716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Board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737360" y="2057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&amp; drop: To Do → In Progress → Done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937760" y="1371600"/>
            <a:ext cx="384048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937760" y="137160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7373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View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943600" y="2057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Compact, sortable task list with filters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" y="3017520"/>
            <a:ext cx="384048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" y="3017520"/>
            <a:ext cx="73152" cy="13716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8328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3337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Graph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737360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visual relationships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937760" y="3017520"/>
            <a:ext cx="384048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4937760" y="301752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38328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943600" y="3337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&amp; Tree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943600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parent-child structure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between views instantly - same data, different perspectives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Smart Suggestions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377440"/>
            <a:ext cx="457200" cy="457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468880" y="2377440"/>
            <a:ext cx="4846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651760" y="2487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Suggestions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651760" y="27432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casual chat/DM text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200400"/>
            <a:ext cx="457200" cy="4572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468880" y="3200400"/>
            <a:ext cx="4846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2651760" y="33101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Suggestions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651760" y="3566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email with subject and body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23360"/>
            <a:ext cx="457200" cy="4572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468880" y="4023360"/>
            <a:ext cx="4846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2651760" y="41330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Checklists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2651760" y="43891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 step deployment plans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Features &amp; Intelligence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Reminders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0160" y="1600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Date/time notifications with background scheduler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2377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Re-Analysis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28016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feature removes noise, enhances quality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7472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3474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Metadata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280160" y="3794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created time, sender, assignee, full audit trail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8016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640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&amp; Team Profiles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486400" y="1600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AI using roles and team structure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37744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86400" y="2377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Filtering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548640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regex patterns eliminate garbage content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474720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486400" y="3474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Preferences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5486400" y="3794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AI style: Formal, Friendly, Concise, Detailed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18288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1188720"/>
            <a:ext cx="530352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0" y="1188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 + Vite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18288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530352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560320"/>
            <a:ext cx="18288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26080" y="2560320"/>
            <a:ext cx="530352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560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246120"/>
            <a:ext cx="18288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26080" y="3246120"/>
            <a:ext cx="530352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3246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2.5 Flash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3931920"/>
            <a:ext cx="18288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926080" y="3931920"/>
            <a:ext cx="530352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3931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Flow + Custom Components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572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Optimizations: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8463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loading • Memoization • Batch operations • Local storage caching • Real-time updates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Typical User Workflows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5176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Task Entry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Click 'Add Tasks'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Paste task 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analyzes &amp; categorizes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Tasks appear in Kanban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Drag to track progress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65176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28016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1920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Click 'Teams' → Authenticate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Select @mentions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extracts tasks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Auto-added to dashboard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65176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28016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Click 'Analyze'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Paste messy message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rewrites &amp; extracts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Review and add to board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TaskFlow AI Unique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AI-First: Every task processed and improved by AI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406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Context-Aware: Uses full user/team profile for intelligent processing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2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4300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Visualization Modes: Multiple ways to view and organize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7452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406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Teams Integration: Microsoft Teams connection built-in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6888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430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Quality Control: Aggressive filtering of noise and garbage</a:t>
            </a:r>
            <a:endParaRPr lang="en-US" sz="13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468880"/>
            <a:ext cx="320040" cy="3200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4406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Tracking: Complete audit trail of all changes</a:t>
            </a:r>
            <a:endParaRPr lang="en-US" sz="13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063240"/>
            <a:ext cx="320040" cy="3200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14300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Mode: Full testing without authentication required</a:t>
            </a:r>
            <a:endParaRPr lang="en-US" sz="13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063240"/>
            <a:ext cx="320040" cy="32004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4406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Rewriting: Converts casual text to polished tasks</a:t>
            </a:r>
            <a:endParaRPr lang="en-US" sz="13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3657600"/>
            <a:ext cx="320040" cy="32004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114300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Intelligence: Automatic relationship detection</a:t>
            </a:r>
            <a:endParaRPr lang="en-US" sz="130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3657600"/>
            <a:ext cx="320040" cy="32004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544068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Rich: Tracks created time, sender, assignee, and more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See It In Action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828800" y="2011680"/>
            <a:ext cx="5486400" cy="1097280"/>
          </a:xfrm>
          <a:prstGeom prst="rect">
            <a:avLst/>
          </a:prstGeom>
          <a:solidFill>
            <a:srgbClr val="1C7293">
              <a:alpha val="80000"/>
            </a:srgbClr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60320" y="38404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walkthrough of key features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and discussion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integration opportunities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customization needs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TaskFlow AI - Transform Chaos Into Clarity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TaskFlow AI - Complete Feature Overview</dc:title>
  <dc:subject>PptxGenJS Presentation</dc:subject>
  <dc:creator>TaskFlow AI Team</dc:creator>
  <cp:lastModifiedBy>TaskFlow AI Team</cp:lastModifiedBy>
  <cp:revision>1</cp:revision>
  <dcterms:created xsi:type="dcterms:W3CDTF">2026-01-28T15:03:52Z</dcterms:created>
  <dcterms:modified xsi:type="dcterms:W3CDTF">2026-01-28T15:03:52Z</dcterms:modified>
</cp:coreProperties>
</file>